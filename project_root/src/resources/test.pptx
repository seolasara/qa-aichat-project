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ore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3"/>
  </p:normalViewPr>
  <p:slideViewPr>
    <p:cSldViewPr snapToGrid="0" snapToObjects="1">
      <p:cViewPr varScale="1">
        <p:scale>
          <a:sx n="115" d="100"/>
          <a:sy n="115" d="100"/>
        </p:scale>
        <p:origin x="1016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58D84C-C6AC-3248-AB68-2402883316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GB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47D335D-ED86-3746-AFC9-5F972764A5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  <a:endParaRPr kumimoji="1" lang="ko-Kore-GB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1EEC85C-4A99-0744-8B02-DB61ED061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E9FC2-B2F8-7A4C-B751-DA2A6814D381}" type="datetimeFigureOut">
              <a:rPr kumimoji="1" lang="ko-Kore-GB" altLang="en-US" smtClean="0"/>
              <a:t>11/11/2025</a:t>
            </a:fld>
            <a:endParaRPr kumimoji="1" lang="ko-Kore-GB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92CE9FE-CC9A-2444-861C-F1E1982B4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GB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E3CB36C-7D1E-B042-B9E1-1834FC5E1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EB5A8-2916-6D44-B007-362EFD6ED574}" type="slidenum">
              <a:rPr kumimoji="1" lang="ko-Kore-GB" altLang="en-US" smtClean="0"/>
              <a:t>‹#›</a:t>
            </a:fld>
            <a:endParaRPr kumimoji="1" lang="ko-Kore-GB" altLang="en-US"/>
          </a:p>
        </p:txBody>
      </p:sp>
    </p:spTree>
    <p:extLst>
      <p:ext uri="{BB962C8B-B14F-4D97-AF65-F5344CB8AC3E}">
        <p14:creationId xmlns:p14="http://schemas.microsoft.com/office/powerpoint/2010/main" val="27227119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72ABDE-D9FD-7443-B80F-CBF51A4F46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GB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EDCD2F6-3642-574B-AB96-6B5610B83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GB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230EED8-DF68-724B-82FD-9152C7F084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E9FC2-B2F8-7A4C-B751-DA2A6814D381}" type="datetimeFigureOut">
              <a:rPr kumimoji="1" lang="ko-Kore-GB" altLang="en-US" smtClean="0"/>
              <a:t>11/11/2025</a:t>
            </a:fld>
            <a:endParaRPr kumimoji="1" lang="ko-Kore-GB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AD27F45-1736-4145-A0B2-01E2AABDF8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GB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EF408EA-1983-1044-8D54-454D0068B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EB5A8-2916-6D44-B007-362EFD6ED574}" type="slidenum">
              <a:rPr kumimoji="1" lang="ko-Kore-GB" altLang="en-US" smtClean="0"/>
              <a:t>‹#›</a:t>
            </a:fld>
            <a:endParaRPr kumimoji="1" lang="ko-Kore-GB" altLang="en-US"/>
          </a:p>
        </p:txBody>
      </p:sp>
    </p:spTree>
    <p:extLst>
      <p:ext uri="{BB962C8B-B14F-4D97-AF65-F5344CB8AC3E}">
        <p14:creationId xmlns:p14="http://schemas.microsoft.com/office/powerpoint/2010/main" val="2218972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BA47F9-D0C3-C24B-A814-427990C06F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GB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7BB8FF8-65D3-E94F-B35F-0CBB9F5C70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1A22027-F4D9-5347-B915-AC69244D0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E9FC2-B2F8-7A4C-B751-DA2A6814D381}" type="datetimeFigureOut">
              <a:rPr kumimoji="1" lang="ko-Kore-GB" altLang="en-US" smtClean="0"/>
              <a:t>11/11/2025</a:t>
            </a:fld>
            <a:endParaRPr kumimoji="1" lang="ko-Kore-GB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AF071AD-5CCD-714D-8FB1-2CC7F148C8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GB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38889C9-23FD-504D-9223-4E1CDD521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EB5A8-2916-6D44-B007-362EFD6ED574}" type="slidenum">
              <a:rPr kumimoji="1" lang="ko-Kore-GB" altLang="en-US" smtClean="0"/>
              <a:t>‹#›</a:t>
            </a:fld>
            <a:endParaRPr kumimoji="1" lang="ko-Kore-GB" altLang="en-US"/>
          </a:p>
        </p:txBody>
      </p:sp>
    </p:spTree>
    <p:extLst>
      <p:ext uri="{BB962C8B-B14F-4D97-AF65-F5344CB8AC3E}">
        <p14:creationId xmlns:p14="http://schemas.microsoft.com/office/powerpoint/2010/main" val="8076056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8CE144-9306-9343-ABA9-F5734ACEE8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GB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1BFC00B-7D9C-1342-B03E-6CBF492907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GB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CCCA006-1F5A-F843-A207-7CC34463C3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GB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4725D57-EC47-8347-8FC1-5E72126712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E9FC2-B2F8-7A4C-B751-DA2A6814D381}" type="datetimeFigureOut">
              <a:rPr kumimoji="1" lang="ko-Kore-GB" altLang="en-US" smtClean="0"/>
              <a:t>11/11/2025</a:t>
            </a:fld>
            <a:endParaRPr kumimoji="1" lang="ko-Kore-GB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9222A6B-D183-2D45-AABC-D38CB1811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GB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13E9211-9E6F-3844-AC00-ECC254AE6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EB5A8-2916-6D44-B007-362EFD6ED574}" type="slidenum">
              <a:rPr kumimoji="1" lang="ko-Kore-GB" altLang="en-US" smtClean="0"/>
              <a:t>‹#›</a:t>
            </a:fld>
            <a:endParaRPr kumimoji="1" lang="ko-Kore-GB" altLang="en-US"/>
          </a:p>
        </p:txBody>
      </p:sp>
    </p:spTree>
    <p:extLst>
      <p:ext uri="{BB962C8B-B14F-4D97-AF65-F5344CB8AC3E}">
        <p14:creationId xmlns:p14="http://schemas.microsoft.com/office/powerpoint/2010/main" val="194396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30937B-922E-3F44-B6BD-7C44897BA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GB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E8F589E-3A32-6649-848A-F84AF2E997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E95BA10-44FA-9941-B254-85CF833A4D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GB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3E98368-B6A3-1F47-9D12-AADDAAC25E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99F463B-4470-2748-B2BE-F74841979E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GB" altLang="en-US"/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22B8D79-F5B2-4B49-8F58-2982FF959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E9FC2-B2F8-7A4C-B751-DA2A6814D381}" type="datetimeFigureOut">
              <a:rPr kumimoji="1" lang="ko-Kore-GB" altLang="en-US" smtClean="0"/>
              <a:t>11/11/2025</a:t>
            </a:fld>
            <a:endParaRPr kumimoji="1" lang="ko-Kore-GB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BB16770-E19C-7140-8ECB-22732BF3F2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GB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625956C-21AE-6E4E-960E-09B2A743B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EB5A8-2916-6D44-B007-362EFD6ED574}" type="slidenum">
              <a:rPr kumimoji="1" lang="ko-Kore-GB" altLang="en-US" smtClean="0"/>
              <a:t>‹#›</a:t>
            </a:fld>
            <a:endParaRPr kumimoji="1" lang="ko-Kore-GB" altLang="en-US"/>
          </a:p>
        </p:txBody>
      </p:sp>
    </p:spTree>
    <p:extLst>
      <p:ext uri="{BB962C8B-B14F-4D97-AF65-F5344CB8AC3E}">
        <p14:creationId xmlns:p14="http://schemas.microsoft.com/office/powerpoint/2010/main" val="4952945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3341A5-8A99-A343-85FA-0FCF39EF76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GB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C81FACF-F49D-E346-A17A-AF0B0DDF4E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E9FC2-B2F8-7A4C-B751-DA2A6814D381}" type="datetimeFigureOut">
              <a:rPr kumimoji="1" lang="ko-Kore-GB" altLang="en-US" smtClean="0"/>
              <a:t>11/11/2025</a:t>
            </a:fld>
            <a:endParaRPr kumimoji="1" lang="ko-Kore-GB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03BFD30-A10F-A642-AEAE-E24E08C1D6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GB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5E08BD-0042-0947-81CF-9A5CDFFF7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EB5A8-2916-6D44-B007-362EFD6ED574}" type="slidenum">
              <a:rPr kumimoji="1" lang="ko-Kore-GB" altLang="en-US" smtClean="0"/>
              <a:t>‹#›</a:t>
            </a:fld>
            <a:endParaRPr kumimoji="1" lang="ko-Kore-GB" altLang="en-US"/>
          </a:p>
        </p:txBody>
      </p:sp>
    </p:spTree>
    <p:extLst>
      <p:ext uri="{BB962C8B-B14F-4D97-AF65-F5344CB8AC3E}">
        <p14:creationId xmlns:p14="http://schemas.microsoft.com/office/powerpoint/2010/main" val="4144911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D4FE934-65BA-2F4F-96D9-59602E123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E9FC2-B2F8-7A4C-B751-DA2A6814D381}" type="datetimeFigureOut">
              <a:rPr kumimoji="1" lang="ko-Kore-GB" altLang="en-US" smtClean="0"/>
              <a:t>11/11/2025</a:t>
            </a:fld>
            <a:endParaRPr kumimoji="1" lang="ko-Kore-GB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6ACCCCC-C200-3948-B307-7CA880248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GB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192C856-036A-6F4E-BD92-2D4DC8369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EB5A8-2916-6D44-B007-362EFD6ED574}" type="slidenum">
              <a:rPr kumimoji="1" lang="ko-Kore-GB" altLang="en-US" smtClean="0"/>
              <a:t>‹#›</a:t>
            </a:fld>
            <a:endParaRPr kumimoji="1" lang="ko-Kore-GB" altLang="en-US"/>
          </a:p>
        </p:txBody>
      </p:sp>
    </p:spTree>
    <p:extLst>
      <p:ext uri="{BB962C8B-B14F-4D97-AF65-F5344CB8AC3E}">
        <p14:creationId xmlns:p14="http://schemas.microsoft.com/office/powerpoint/2010/main" val="10946196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CBE74F-17FC-0846-AC13-A26C66F200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GB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D30D7AD-2D45-9D48-AB6D-AFBD484E20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GB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6949667-79E6-3D46-8FD8-3AD5DFF9BE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C31CDFE-7D87-BE40-B0C8-556767E731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E9FC2-B2F8-7A4C-B751-DA2A6814D381}" type="datetimeFigureOut">
              <a:rPr kumimoji="1" lang="ko-Kore-GB" altLang="en-US" smtClean="0"/>
              <a:t>11/11/2025</a:t>
            </a:fld>
            <a:endParaRPr kumimoji="1" lang="ko-Kore-GB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51ED507-EB91-084F-A04A-6F4C310495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GB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BACA0BB-610C-0246-81FC-6C14F903D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EB5A8-2916-6D44-B007-362EFD6ED574}" type="slidenum">
              <a:rPr kumimoji="1" lang="ko-Kore-GB" altLang="en-US" smtClean="0"/>
              <a:t>‹#›</a:t>
            </a:fld>
            <a:endParaRPr kumimoji="1" lang="ko-Kore-GB" altLang="en-US"/>
          </a:p>
        </p:txBody>
      </p:sp>
    </p:spTree>
    <p:extLst>
      <p:ext uri="{BB962C8B-B14F-4D97-AF65-F5344CB8AC3E}">
        <p14:creationId xmlns:p14="http://schemas.microsoft.com/office/powerpoint/2010/main" val="3327379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ED303C-0C35-6445-A7E7-7AC40762C0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GB" altLang="en-US"/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D23D215-D2EE-9A48-A362-D6945BE9B4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ore-GB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EC5B63F-B471-CD4B-BF3A-3E4DBD69C7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CCD502E-7DA2-F949-B89B-D2D0F8CFE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E9FC2-B2F8-7A4C-B751-DA2A6814D381}" type="datetimeFigureOut">
              <a:rPr kumimoji="1" lang="ko-Kore-GB" altLang="en-US" smtClean="0"/>
              <a:t>11/11/2025</a:t>
            </a:fld>
            <a:endParaRPr kumimoji="1" lang="ko-Kore-GB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32DC94F-DA63-5344-9528-14E334C6F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GB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572D571-EC80-4B49-AE9A-3CAECC6159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EB5A8-2916-6D44-B007-362EFD6ED574}" type="slidenum">
              <a:rPr kumimoji="1" lang="ko-Kore-GB" altLang="en-US" smtClean="0"/>
              <a:t>‹#›</a:t>
            </a:fld>
            <a:endParaRPr kumimoji="1" lang="ko-Kore-GB" altLang="en-US"/>
          </a:p>
        </p:txBody>
      </p:sp>
    </p:spTree>
    <p:extLst>
      <p:ext uri="{BB962C8B-B14F-4D97-AF65-F5344CB8AC3E}">
        <p14:creationId xmlns:p14="http://schemas.microsoft.com/office/powerpoint/2010/main" val="27923608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7B0DDD-D25B-D845-A950-5E4351368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GB" altLang="en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CA5BEE7-6782-744D-BAB0-6974EE5A2F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GB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0CD0A63-A319-9645-9565-DE2A8E2DE5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E9FC2-B2F8-7A4C-B751-DA2A6814D381}" type="datetimeFigureOut">
              <a:rPr kumimoji="1" lang="ko-Kore-GB" altLang="en-US" smtClean="0"/>
              <a:t>11/11/2025</a:t>
            </a:fld>
            <a:endParaRPr kumimoji="1" lang="ko-Kore-GB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13B95E6-9B3B-7E4E-8B6F-2D11A2F28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GB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B48262F-A47B-3644-B2E2-54A5E0B4D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EB5A8-2916-6D44-B007-362EFD6ED574}" type="slidenum">
              <a:rPr kumimoji="1" lang="ko-Kore-GB" altLang="en-US" smtClean="0"/>
              <a:t>‹#›</a:t>
            </a:fld>
            <a:endParaRPr kumimoji="1" lang="ko-Kore-GB" altLang="en-US"/>
          </a:p>
        </p:txBody>
      </p:sp>
    </p:spTree>
    <p:extLst>
      <p:ext uri="{BB962C8B-B14F-4D97-AF65-F5344CB8AC3E}">
        <p14:creationId xmlns:p14="http://schemas.microsoft.com/office/powerpoint/2010/main" val="10043039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A1A1717-E1B4-384B-BECB-925B1370CE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  <a:endParaRPr kumimoji="1" lang="ko-Kore-GB" altLang="en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EF50B68-3732-1C4E-AFBC-6C4BD536CC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GB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7B60193-BECB-C44F-96A3-50F3DD311A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E9FC2-B2F8-7A4C-B751-DA2A6814D381}" type="datetimeFigureOut">
              <a:rPr kumimoji="1" lang="ko-Kore-GB" altLang="en-US" smtClean="0"/>
              <a:t>11/11/2025</a:t>
            </a:fld>
            <a:endParaRPr kumimoji="1" lang="ko-Kore-GB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594E0CD-11D5-B54B-9620-2A6AB7BAF2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GB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33BCFEE-150C-6C40-A351-9715E9F30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EB5A8-2916-6D44-B007-362EFD6ED574}" type="slidenum">
              <a:rPr kumimoji="1" lang="ko-Kore-GB" altLang="en-US" smtClean="0"/>
              <a:t>‹#›</a:t>
            </a:fld>
            <a:endParaRPr kumimoji="1" lang="ko-Kore-GB" altLang="en-US"/>
          </a:p>
        </p:txBody>
      </p:sp>
    </p:spTree>
    <p:extLst>
      <p:ext uri="{BB962C8B-B14F-4D97-AF65-F5344CB8AC3E}">
        <p14:creationId xmlns:p14="http://schemas.microsoft.com/office/powerpoint/2010/main" val="38273004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4BF459E-1325-5C4D-963B-0B2D5920D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  <a:endParaRPr kumimoji="1" lang="ko-Kore-GB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BA69AE0-E963-1C46-A6FC-05C527FB81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GB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6527008-6658-A14E-82D4-BEE3FB944B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7E9FC2-B2F8-7A4C-B751-DA2A6814D381}" type="datetimeFigureOut">
              <a:rPr kumimoji="1" lang="ko-Kore-GB" altLang="en-US" smtClean="0"/>
              <a:t>11/11/2025</a:t>
            </a:fld>
            <a:endParaRPr kumimoji="1" lang="ko-Kore-GB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25F1E32-EBA5-0845-9543-ED4625D6CF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ore-GB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9DDE95E-B60F-B440-8CCA-007133A662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EEB5A8-2916-6D44-B007-362EFD6ED574}" type="slidenum">
              <a:rPr kumimoji="1" lang="ko-Kore-GB" altLang="en-US" smtClean="0"/>
              <a:t>‹#›</a:t>
            </a:fld>
            <a:endParaRPr kumimoji="1" lang="ko-Kore-GB" altLang="en-US"/>
          </a:p>
        </p:txBody>
      </p:sp>
    </p:spTree>
    <p:extLst>
      <p:ext uri="{BB962C8B-B14F-4D97-AF65-F5344CB8AC3E}">
        <p14:creationId xmlns:p14="http://schemas.microsoft.com/office/powerpoint/2010/main" val="24422085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ore-GB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25E327-2ECF-584B-93C0-341B37E7F08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latinLnBrk="1"/>
            <a:r>
              <a:rPr lang="en-US" altLang="ko-Kore-GB" sz="1800" kern="100" dirty="0">
                <a:effectLst/>
                <a:latin typeface="Calibri" panose="020F0502020204030204" pitchFamily="34" charset="0"/>
                <a:ea typeface="맑은 고딕" panose="020B0503020000020004" pitchFamily="34" charset="-127"/>
                <a:cs typeface="Times New Roman" panose="02020603050405020304" pitchFamily="18" charset="0"/>
              </a:rPr>
              <a:t>20251111</a:t>
            </a:r>
            <a:br>
              <a:rPr lang="ko-Kore-GB" altLang="ko-Kore-GB" sz="1800" kern="100" dirty="0">
                <a:effectLst/>
                <a:latin typeface="Calibri" panose="020F0502020204030204" pitchFamily="34" charset="0"/>
                <a:ea typeface="맑은 고딕" panose="020B0503020000020004" pitchFamily="34" charset="-127"/>
                <a:cs typeface="Times New Roman" panose="02020603050405020304" pitchFamily="18" charset="0"/>
              </a:rPr>
            </a:br>
            <a:r>
              <a:rPr lang="en-US" altLang="ko-Kore-GB" sz="1800" kern="100" dirty="0">
                <a:effectLst/>
                <a:latin typeface="Calibri" panose="020F0502020204030204" pitchFamily="34" charset="0"/>
                <a:ea typeface="맑은 고딕" panose="020B0503020000020004" pitchFamily="34" charset="-127"/>
                <a:cs typeface="Times New Roman" panose="02020603050405020304" pitchFamily="18" charset="0"/>
              </a:rPr>
              <a:t> </a:t>
            </a:r>
            <a:br>
              <a:rPr lang="ko-Kore-GB" altLang="ko-Kore-GB" sz="1800" kern="100" dirty="0">
                <a:effectLst/>
                <a:latin typeface="Calibri" panose="020F0502020204030204" pitchFamily="34" charset="0"/>
                <a:ea typeface="맑은 고딕" panose="020B0503020000020004" pitchFamily="34" charset="-127"/>
                <a:cs typeface="Times New Roman" panose="02020603050405020304" pitchFamily="18" charset="0"/>
              </a:rPr>
            </a:br>
            <a:r>
              <a:rPr lang="en-US" altLang="ko-Kore-GB" sz="1800" kern="100" dirty="0">
                <a:effectLst/>
                <a:latin typeface="Calibri" panose="020F0502020204030204" pitchFamily="34" charset="0"/>
                <a:ea typeface="맑은 고딕" panose="020B0503020000020004" pitchFamily="34" charset="-127"/>
                <a:cs typeface="Times New Roman" panose="02020603050405020304" pitchFamily="18" charset="0"/>
              </a:rPr>
              <a:t>It is made for some cases</a:t>
            </a:r>
            <a:br>
              <a:rPr lang="ko-Kore-GB" altLang="ko-Kore-GB" sz="1800" kern="100" dirty="0">
                <a:effectLst/>
                <a:latin typeface="Calibri" panose="020F0502020204030204" pitchFamily="34" charset="0"/>
                <a:ea typeface="맑은 고딕" panose="020B0503020000020004" pitchFamily="34" charset="-127"/>
                <a:cs typeface="Times New Roman" panose="02020603050405020304" pitchFamily="18" charset="0"/>
              </a:rPr>
            </a:br>
            <a:endParaRPr kumimoji="1" lang="ko-Kore-GB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9AAF55A-F8E3-AF48-A298-A2F0C1CB519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ko-Kore-GB" altLang="en-US" dirty="0"/>
          </a:p>
        </p:txBody>
      </p:sp>
    </p:spTree>
    <p:extLst>
      <p:ext uri="{BB962C8B-B14F-4D97-AF65-F5344CB8AC3E}">
        <p14:creationId xmlns:p14="http://schemas.microsoft.com/office/powerpoint/2010/main" val="4513873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</Words>
  <Application>Microsoft Macintosh PowerPoint</Application>
  <PresentationFormat>와이드스크린</PresentationFormat>
  <Paragraphs>1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테마</vt:lpstr>
      <vt:lpstr>20251111   It is made for some cases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20251111   It is made for some cases </dc:title>
  <dc:creator>Microsoft Office User</dc:creator>
  <cp:lastModifiedBy>Microsoft Office User</cp:lastModifiedBy>
  <cp:revision>1</cp:revision>
  <dcterms:created xsi:type="dcterms:W3CDTF">2025-11-11T14:51:14Z</dcterms:created>
  <dcterms:modified xsi:type="dcterms:W3CDTF">2025-11-11T14:51:54Z</dcterms:modified>
</cp:coreProperties>
</file>