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68" autoAdjust="0"/>
    <p:restoredTop sz="94660"/>
  </p:normalViewPr>
  <p:slideViewPr>
    <p:cSldViewPr snapToGrid="0">
      <p:cViewPr varScale="1">
        <p:scale>
          <a:sx n="54" d="100"/>
          <a:sy n="54" d="100"/>
        </p:scale>
        <p:origin x="31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B453D-F286-4F39-8169-B6B285397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46C108-585C-4E58-9A5C-1980ACE348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94F5EC-B9E0-4722-8678-62E0D65C3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E8817E-48DA-464F-B462-D4C4DF2D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1F1C8C-30CA-4CD8-8009-DF7308869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2398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084DE-0902-4878-8CF7-DB68199C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09AFD1-EDC4-4A81-93BD-3E46D1C7F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8C7140-2584-4759-86D8-54B479A1E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5E1D96-0757-4CB4-97D6-D5BDF5C49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7E805B-7EF7-4BD0-B02E-D6BFC81C5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8017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254480-631C-44D7-A538-91BE5C373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7D9466-B694-46BE-AA1C-07BD31E855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88B458-1450-4D5D-BF08-D81E06028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9B4C58-E026-47D8-AF9C-00951A915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58B55C-FCF7-4BE3-9DF8-44C04EBFF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2393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44B6B2-3F0F-4007-A365-4A78E0A11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9CF056-998F-4097-B8E7-ECC7D0EBB7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830ACF-7FE7-4BCC-B56D-215DE2867B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07020C-C1D8-4027-85C4-6789B93BE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5407AD-05BD-4105-B659-D35633833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529E9C6-7FB2-4528-ACDA-84F30CBB8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905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EB063-97C6-4D05-AEE0-451333F6F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DAE44C-3074-4ECB-8983-A73AA7269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F570DE-C797-4199-9B06-0325DEFC9B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147450-F68F-4BD7-973D-9A18BE659E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7CCB65A-CD29-4AAA-A761-9804BAC1D7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971E3E3-F119-4677-AF35-92A99CE12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2E9AB23-ABDB-40D9-BA73-DED8FFC2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D453C7-74E6-4870-8BAF-A2B1C78F6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2492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7C3222-6107-4A08-ABBA-5020EC03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1430BED-175C-4B6E-8B5E-9D1FD92AE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C27F01B-6632-45CE-AE31-927D0FAB5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E2CDC8-321D-42E3-9F63-7CA973E1B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9541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F1494FB-C485-43AF-B0D3-45CC7D5D3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490EC3A-0AB9-4EA3-BAE0-3DBFEAD16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E09A0A-4AAB-48BA-9937-3974AC966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7227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649C7-07AB-4AA9-8233-6D99F0CB8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E848F9-499F-4557-AD10-AC680643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76F6B4-5DD2-4D1A-A005-DE555484A0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0584F2-D06C-41D4-B746-027ACFC90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BCA9915-E332-4C9D-9F0A-E41834103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B3471DA-9411-48B1-8AB8-3013EE18E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0621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B1854-F44D-4974-B1AB-B42DB8033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63C2E25-7D8D-4E31-BF20-B682702E6F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A9E731B-FF2A-4777-9FE1-1379CF4E2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E55D911-F9A7-4B7F-8698-B55DE4254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F4DE23-970E-408D-8D72-460C6622D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6CBC78D-360A-4BD1-89E2-7C36281C4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3954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671CE-5FA5-424B-86CD-678F0D09D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4582860-F82C-4621-B120-E9ACA5B368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876828-265C-4C7F-8291-846C1171C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39D140-7054-4FD5-85D7-FAA189CF1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3A63DE-67BF-495C-8311-50B39E80A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441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E079A86-52DA-4D1E-A652-EAABED5578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6B1AA4E-C01D-475B-8F2A-EC775A20DD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C78D3C-BB73-46A6-A5AB-E04139EC3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D63446-979D-45B2-BB1E-CEDB0BD7E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4FEA46-8D9F-447D-BF65-661507F1F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7156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9E9AE45-F164-474C-A98D-5F58629ED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D52FF1-4610-4BB1-A988-A3CF041C8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185C13-9535-484D-B6D9-02B8013EBB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85AA41-90B4-4651-8C4B-B609FEEC1573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9660CE-7973-461A-A08B-BECB64EED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BB001D-4485-4D41-B9C7-5DB7E41FFB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21B053-B749-442D-81EF-50833005C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462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619F81-2E67-4F82-A525-0F43B46B03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팀 파이팅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7BFDBF5-A3C2-4E7E-8797-4FBC488E44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9041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Office PowerPoint</Application>
  <PresentationFormat>와이드스크린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2팀 파이팅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2팀 파이팅</dc:title>
  <dc:creator>정보통신공학과 강해리</dc:creator>
  <cp:lastModifiedBy>정보통신공학과 강해리</cp:lastModifiedBy>
  <cp:revision>1</cp:revision>
  <dcterms:created xsi:type="dcterms:W3CDTF">2025-11-12T05:16:41Z</dcterms:created>
  <dcterms:modified xsi:type="dcterms:W3CDTF">2025-11-12T05:17:25Z</dcterms:modified>
</cp:coreProperties>
</file>